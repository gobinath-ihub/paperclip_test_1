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FBD4C7-DB53-D48E-3ABB-5CCF73259CA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30718" y="0"/>
            <a:ext cx="1761282" cy="64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9000" y="191143"/>
            <a:ext cx="596080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rPr lang="en-US" sz="4400" dirty="0"/>
              <a:t>Chaos &amp; Clarity</a:t>
            </a:r>
          </a:p>
          <a:p>
            <a:pPr algn="ctr">
              <a:defRPr sz="2800" b="1"/>
            </a:pPr>
            <a:r>
              <a:rPr sz="4400" dirty="0"/>
              <a:t>H</a:t>
            </a:r>
            <a:r>
              <a:rPr lang="en-US" sz="4400" dirty="0"/>
              <a:t>ackathon</a:t>
            </a:r>
            <a:endParaRPr sz="4400" dirty="0"/>
          </a:p>
        </p:txBody>
      </p:sp>
      <p:sp>
        <p:nvSpPr>
          <p:cNvPr id="4" name="Rounded Rectangle 3"/>
          <p:cNvSpPr/>
          <p:nvPr/>
        </p:nvSpPr>
        <p:spPr>
          <a:xfrm>
            <a:off x="658269" y="1778205"/>
            <a:ext cx="106984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</a:rPr>
              <a:t>PROJECT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1" y="3391749"/>
            <a:ext cx="5029200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b="1" dirty="0"/>
              <a:t>Team Name: </a:t>
            </a:r>
            <a:r>
              <a:rPr dirty="0"/>
              <a:t>____________________</a:t>
            </a:r>
          </a:p>
          <a:p>
            <a:pPr>
              <a:spcAft>
                <a:spcPts val="1000"/>
              </a:spcAft>
              <a:defRPr sz="1800"/>
            </a:pPr>
            <a:r>
              <a:rPr b="1" dirty="0"/>
              <a:t>Category: </a:t>
            </a:r>
            <a:r>
              <a:rPr lang="en-US" b="1" dirty="0"/>
              <a:t> ET/HCI/SCI </a:t>
            </a:r>
            <a:endParaRPr b="1" dirty="0"/>
          </a:p>
          <a:p>
            <a:pPr>
              <a:spcAft>
                <a:spcPts val="1000"/>
              </a:spcAft>
              <a:defRPr sz="1800"/>
            </a:pPr>
            <a:r>
              <a:rPr b="1" dirty="0"/>
              <a:t>Problem Statement ID: </a:t>
            </a:r>
            <a:r>
              <a:rPr lang="en-US" b="1" dirty="0"/>
              <a:t>(Eg : SCI-02)</a:t>
            </a:r>
          </a:p>
          <a:p>
            <a:pPr>
              <a:spcAft>
                <a:spcPts val="1000"/>
              </a:spcAft>
              <a:defRPr sz="1800"/>
            </a:pPr>
            <a:r>
              <a:rPr b="1" dirty="0"/>
              <a:t>Team Members: </a:t>
            </a:r>
            <a:r>
              <a:rPr dirty="0"/>
              <a:t>____________________</a:t>
            </a:r>
            <a:endParaRPr lang="en-US" dirty="0"/>
          </a:p>
          <a:p>
            <a:pPr>
              <a:spcAft>
                <a:spcPts val="1000"/>
              </a:spcAft>
              <a:defRPr sz="1800"/>
            </a:pPr>
            <a:r>
              <a:rPr lang="en-IN" b="1" dirty="0"/>
              <a:t>Institution Name: </a:t>
            </a:r>
            <a:r>
              <a:rPr lang="en-IN" dirty="0"/>
              <a:t>____________________</a:t>
            </a:r>
          </a:p>
          <a:p>
            <a:pPr>
              <a:spcAft>
                <a:spcPts val="1000"/>
              </a:spcAft>
              <a:defRPr sz="1800"/>
            </a:pPr>
            <a:r>
              <a:rPr lang="en-IN" b="1" dirty="0"/>
              <a:t>City: </a:t>
            </a:r>
            <a:r>
              <a:rPr lang="en-IN" dirty="0"/>
              <a:t>____________________</a:t>
            </a:r>
          </a:p>
          <a:p>
            <a:pPr>
              <a:spcAft>
                <a:spcPts val="1000"/>
              </a:spcAft>
              <a:defRPr sz="1800"/>
            </a:pPr>
            <a:endParaRPr lang="en-IN" dirty="0"/>
          </a:p>
          <a:p>
            <a:pPr>
              <a:spcAft>
                <a:spcPts val="1000"/>
              </a:spcAft>
              <a:defRPr sz="1800"/>
            </a:pP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C87C7E-A1AD-08FC-5547-9F26EED5C0C2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01 |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 dirty="0"/>
              <a:t>Clearly explain the problem you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80192" cy="4421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Problem:</a:t>
            </a:r>
            <a:endParaRPr lang="en-US" dirty="0"/>
          </a:p>
          <a:p>
            <a:pPr>
              <a:spcAft>
                <a:spcPts val="1000"/>
              </a:spcAft>
              <a:defRPr sz="1800"/>
            </a:pPr>
            <a:endParaRPr lang="en-US" dirty="0"/>
          </a:p>
          <a:p>
            <a:pPr>
              <a:spcAft>
                <a:spcPts val="1000"/>
              </a:spcAft>
              <a:defRPr sz="1800"/>
            </a:pPr>
            <a:endParaRPr lang="en-US" dirty="0"/>
          </a:p>
          <a:p>
            <a:pPr>
              <a:spcAft>
                <a:spcPts val="1000"/>
              </a:spcAft>
              <a:defRPr sz="1800"/>
            </a:pPr>
            <a:r>
              <a:rPr lang="en-US" dirty="0"/>
              <a:t>T</a:t>
            </a:r>
            <a:r>
              <a:rPr dirty="0"/>
              <a:t>arget Users:</a:t>
            </a:r>
            <a:endParaRPr lang="en-US" dirty="0"/>
          </a:p>
          <a:p>
            <a:pPr>
              <a:spcAft>
                <a:spcPts val="1000"/>
              </a:spcAft>
              <a:defRPr sz="1800"/>
            </a:pPr>
            <a:endParaRPr lang="en-US" dirty="0"/>
          </a:p>
          <a:p>
            <a:pPr>
              <a:spcAft>
                <a:spcPts val="1000"/>
              </a:spcAft>
              <a:defRPr sz="1800"/>
            </a:pPr>
            <a:endParaRPr lang="en-US"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Current Pain Point: </a:t>
            </a:r>
            <a:endParaRPr lang="en-US" dirty="0"/>
          </a:p>
          <a:p>
            <a:pPr>
              <a:spcAft>
                <a:spcPts val="1000"/>
              </a:spcAft>
              <a:defRPr sz="1800"/>
            </a:pPr>
            <a:endParaRPr lang="en-US" dirty="0"/>
          </a:p>
          <a:p>
            <a:pPr>
              <a:spcAft>
                <a:spcPts val="1000"/>
              </a:spcAft>
              <a:defRPr sz="1800"/>
            </a:pPr>
            <a:endParaRPr lang="en-US"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Why It Matters: </a:t>
            </a:r>
            <a:endParaRPr lang="en-US" dirty="0"/>
          </a:p>
          <a:p>
            <a:pPr>
              <a:spcAft>
                <a:spcPts val="1000"/>
              </a:spcAft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02 |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What did your team build?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5289" y="1353312"/>
            <a:ext cx="4932954" cy="534572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</a:rPr>
              <a:t>SOLUTION OVERVIEW</a:t>
            </a:r>
          </a:p>
          <a:p>
            <a:r>
              <a:rPr dirty="0">
                <a:solidFill>
                  <a:schemeClr val="tx1"/>
                </a:solidFill>
              </a:rPr>
              <a:t>DIAGRAM / SCREENSHOT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53691" y="1371599"/>
            <a:ext cx="7003366" cy="3206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Solution</a:t>
            </a:r>
            <a:r>
              <a:rPr lang="en-US" dirty="0"/>
              <a:t>: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Key Feature 1: ________________________</a:t>
            </a:r>
          </a:p>
          <a:p>
            <a:pPr>
              <a:spcAft>
                <a:spcPts val="1000"/>
              </a:spcAft>
              <a:defRPr sz="1800"/>
            </a:pPr>
            <a:endParaRPr lang="en-US"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Key Feature 2: ________________________</a:t>
            </a:r>
          </a:p>
          <a:p>
            <a:pPr>
              <a:spcAft>
                <a:spcPts val="1000"/>
              </a:spcAft>
              <a:defRPr sz="1800"/>
            </a:pPr>
            <a:endParaRPr lang="en-US"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Key Feature 3: ________________________</a:t>
            </a:r>
          </a:p>
          <a:p>
            <a:pPr>
              <a:spcAft>
                <a:spcPts val="1000"/>
              </a:spcAft>
              <a:defRPr sz="1800"/>
            </a:pPr>
            <a:endParaRPr lang="en-US"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Technology Stack: ______________________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4646" y="5872793"/>
            <a:ext cx="5597066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</a:rPr>
              <a:t>Unique Value </a:t>
            </a:r>
            <a:r>
              <a:rPr lang="en-US" dirty="0">
                <a:solidFill>
                  <a:schemeClr val="tx1"/>
                </a:solidFill>
              </a:rPr>
              <a:t>Proposition</a:t>
            </a:r>
            <a:r>
              <a:rPr dirty="0">
                <a:solidFill>
                  <a:schemeClr val="tx1"/>
                </a:solidFill>
              </a:rPr>
              <a:t>: __________________________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03 | SOLUTION ARCHITECTURE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419826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 dirty="0"/>
              <a:t>Show exactly where n8n fits into the </a:t>
            </a:r>
            <a:r>
              <a:rPr lang="en-US" dirty="0"/>
              <a:t>problem statement </a:t>
            </a:r>
            <a:r>
              <a:rPr dirty="0"/>
              <a:t>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6760" y="1371601"/>
            <a:ext cx="11445240" cy="411479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</a:rPr>
              <a:t>END-TO-END ARCHITECTURE</a:t>
            </a:r>
            <a:endParaRPr lang="en-US" dirty="0">
              <a:solidFill>
                <a:schemeClr val="tx1"/>
              </a:solidFill>
            </a:endParaRPr>
          </a:p>
          <a:p>
            <a:pPr algn="ctr">
              <a:defRPr sz="1600" b="1"/>
            </a:pP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INPUT → APPLICATION → n8n → AI / API → DATABASE →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428014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04 | n8n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MANDATORY: Insert screenshot of your actual n8n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53311"/>
            <a:ext cx="7315200" cy="541090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</a:rPr>
              <a:t>ACTUAL n8n WORKFLOW SCREENSHOT</a:t>
            </a:r>
          </a:p>
          <a:p>
            <a:r>
              <a:rPr dirty="0">
                <a:solidFill>
                  <a:schemeClr val="tx1"/>
                </a:solidFill>
              </a:rPr>
              <a:t>(Must be clearly visible)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37160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Trigger: __________________</a:t>
            </a:r>
          </a:p>
          <a:p>
            <a:pPr>
              <a:spcAft>
                <a:spcPts val="1000"/>
              </a:spcAft>
              <a:defRPr sz="1800"/>
            </a:pPr>
            <a:r>
              <a:t>Node 1: _________________</a:t>
            </a:r>
          </a:p>
          <a:p>
            <a:pPr>
              <a:spcAft>
                <a:spcPts val="1000"/>
              </a:spcAft>
              <a:defRPr sz="1800"/>
            </a:pPr>
            <a:r>
              <a:t>Node 2: _________________</a:t>
            </a:r>
          </a:p>
          <a:p>
            <a:pPr>
              <a:spcAft>
                <a:spcPts val="1000"/>
              </a:spcAft>
              <a:defRPr sz="1800"/>
            </a:pPr>
            <a:r>
              <a:t>AI / Logic: ______________</a:t>
            </a:r>
          </a:p>
          <a:p>
            <a:pPr>
              <a:spcAft>
                <a:spcPts val="1000"/>
              </a:spcAft>
              <a:defRPr sz="1800"/>
            </a:pPr>
            <a:r>
              <a:t>API / Integration: _______</a:t>
            </a:r>
          </a:p>
          <a:p>
            <a:pPr>
              <a:spcAft>
                <a:spcPts val="1000"/>
              </a:spcAft>
              <a:defRPr sz="1800"/>
            </a:pPr>
            <a:r>
              <a:t>Database: ________________</a:t>
            </a:r>
          </a:p>
          <a:p>
            <a:pPr>
              <a:spcAft>
                <a:spcPts val="1000"/>
              </a:spcAft>
              <a:defRPr sz="1800"/>
            </a:pPr>
            <a:r>
              <a:t>Final Output: _____________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5212080"/>
            <a:ext cx="329184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</a:rPr>
              <a:t>Execution Status /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05 | WORKING DEMO 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Show the end-to-end working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8513" y="1409112"/>
            <a:ext cx="7142871" cy="510891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</a:rPr>
              <a:t>INSERT DEMO VIDEO</a:t>
            </a:r>
            <a:endParaRPr lang="en-US" dirty="0">
              <a:solidFill>
                <a:schemeClr val="tx1"/>
              </a:solidFill>
            </a:endParaRPr>
          </a:p>
          <a:p>
            <a:pPr algn="ctr">
              <a:defRPr sz="1600" b="1"/>
            </a:pPr>
            <a:endParaRPr lang="en-US" dirty="0">
              <a:solidFill>
                <a:schemeClr val="tx1"/>
              </a:solidFill>
            </a:endParaRPr>
          </a:p>
          <a:p>
            <a:pPr algn="ctr">
              <a:defRPr sz="1600" b="1"/>
            </a:pPr>
            <a:endParaRPr lang="en-US" dirty="0">
              <a:solidFill>
                <a:schemeClr val="tx1"/>
              </a:solidFill>
            </a:endParaRPr>
          </a:p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</a:rPr>
              <a:t> </a:t>
            </a:r>
          </a:p>
          <a:p>
            <a:r>
              <a:rPr dirty="0">
                <a:solidFill>
                  <a:schemeClr val="tx1"/>
                </a:solidFill>
              </a:rPr>
              <a:t>Input → n8n Trigger → Execution →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137160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User Input: _____________</a:t>
            </a:r>
          </a:p>
          <a:p>
            <a:pPr>
              <a:spcAft>
                <a:spcPts val="1000"/>
              </a:spcAft>
              <a:defRPr sz="1800"/>
            </a:pPr>
            <a:r>
              <a:t>Workflow Trigger: _______</a:t>
            </a:r>
          </a:p>
          <a:p>
            <a:pPr>
              <a:spcAft>
                <a:spcPts val="1000"/>
              </a:spcAft>
              <a:defRPr sz="1800"/>
            </a:pPr>
            <a:r>
              <a:t>Processing: ______________</a:t>
            </a:r>
          </a:p>
          <a:p>
            <a:pPr>
              <a:spcAft>
                <a:spcPts val="1000"/>
              </a:spcAft>
              <a:defRPr sz="1800"/>
            </a:pPr>
            <a:r>
              <a:t>Final Result: ____________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937760"/>
            <a:ext cx="34747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</a:rPr>
              <a:t>Demo Proof: __________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47847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06 | RESULTS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Use measurable results wherever possible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3952" y="1804416"/>
            <a:ext cx="4937760" cy="32491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 dirty="0">
                <a:solidFill>
                  <a:schemeClr val="tx1"/>
                </a:solidFill>
              </a:rPr>
              <a:t>FUTURE SCOPE</a:t>
            </a:r>
          </a:p>
          <a:p>
            <a:r>
              <a:rPr dirty="0">
                <a:solidFill>
                  <a:schemeClr val="tx1"/>
                </a:solidFill>
              </a:rPr>
              <a:t>• __________________</a:t>
            </a:r>
          </a:p>
          <a:p>
            <a:r>
              <a:rPr dirty="0">
                <a:solidFill>
                  <a:schemeClr val="tx1"/>
                </a:solidFill>
              </a:rPr>
              <a:t>• __________________</a:t>
            </a:r>
          </a:p>
          <a:p>
            <a:r>
              <a:rPr dirty="0">
                <a:solidFill>
                  <a:schemeClr val="tx1"/>
                </a:solidFill>
              </a:rPr>
              <a:t>• __________________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8BE257A4-BB69-4616-1357-656F7ED5B775}"/>
              </a:ext>
            </a:extLst>
          </p:cNvPr>
          <p:cNvSpPr/>
          <p:nvPr/>
        </p:nvSpPr>
        <p:spPr>
          <a:xfrm>
            <a:off x="517865" y="1697690"/>
            <a:ext cx="4937760" cy="324916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/>
            </a:pPr>
            <a:r>
              <a:rPr lang="en-US" dirty="0">
                <a:solidFill>
                  <a:schemeClr val="tx1"/>
                </a:solidFill>
              </a:rPr>
              <a:t>RESULT</a:t>
            </a:r>
            <a:endParaRPr dirty="0">
              <a:solidFill>
                <a:schemeClr val="tx1"/>
              </a:solidFill>
            </a:endParaRPr>
          </a:p>
          <a:p>
            <a:r>
              <a:rPr dirty="0">
                <a:solidFill>
                  <a:schemeClr val="tx1"/>
                </a:solidFill>
              </a:rPr>
              <a:t>• __________________</a:t>
            </a:r>
          </a:p>
          <a:p>
            <a:r>
              <a:rPr dirty="0">
                <a:solidFill>
                  <a:schemeClr val="tx1"/>
                </a:solidFill>
              </a:rPr>
              <a:t>• __________________</a:t>
            </a:r>
          </a:p>
          <a:p>
            <a:r>
              <a:rPr dirty="0">
                <a:solidFill>
                  <a:schemeClr val="tx1"/>
                </a:solidFill>
              </a:rPr>
              <a:t>• 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256</Words>
  <Application>Microsoft Office PowerPoint</Application>
  <PresentationFormat>Widescreen</PresentationFormat>
  <Paragraphs>73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husna khouser</cp:lastModifiedBy>
  <cp:revision>8</cp:revision>
  <dcterms:created xsi:type="dcterms:W3CDTF">2013-01-27T09:14:16Z</dcterms:created>
  <dcterms:modified xsi:type="dcterms:W3CDTF">2026-09-15T04:02:59Z</dcterms:modified>
  <cp:category/>
</cp:coreProperties>
</file>